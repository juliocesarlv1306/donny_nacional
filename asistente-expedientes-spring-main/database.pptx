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84903-AFB7-4191-8803-33FB96EE9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08E9A8-B441-4244-A597-C6733CDF0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EC7E1C-68E6-4972-91A7-E81FB622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B4295B-C05F-44E5-A952-1B93DD59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758105-20E7-4B7D-A9F3-659A759B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0079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6C330-760F-405E-8A43-1234C5173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93159E-8DD9-49D2-A4C0-81D779DA7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9FB636-570B-4A14-B298-E0559EF8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1CB08-1EF4-41C2-BD7F-C15518AB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D7469-6287-48F6-85D7-96AAAA4C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53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A690A-DCAF-402C-B8F4-339DF95D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A91F22-A2C0-4A16-A321-7D3F56201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7B0A8F-1C1F-4F9D-BBCB-E0BFB327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167C23-015C-41DD-9ECB-A75C58AF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335938-7579-4742-85CE-84C4E7C4F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9930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2E213-0203-4416-B5E3-56782BA9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DF14EA-F7B9-4683-A790-4BD7DED6D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4D5B85-A803-425B-974F-C47B7443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A2139E-5A3B-4C3A-939D-794A2960E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F92AD2-7733-4A58-9D2D-85927899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9E0A2C-3729-4C10-8103-7143637D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57171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78AE1-CA5D-4FA3-8246-78262E59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23C50C-A045-4076-AB08-8D4E0885B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9470C4-56A7-4294-9511-7D44E141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03F576-6640-41FF-8746-917ED1891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A50FC8-2F11-4A19-A0CC-4700722E4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FBC645-44BF-4C53-9481-23395469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C41A59-EC46-41BF-A15C-D69C3908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5DECEC3-37A9-4AE1-BB73-AE4DA811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5492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8753A-ED3A-4FD0-8EAE-48EEFD3E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D2E9BC-94C1-4D06-88FC-AD99C094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27301B-5091-4128-BD8A-B3DF67D9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5570FF-06A9-4072-A2BC-B9CBF647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9159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CD90F9-5905-497C-A2CD-32EACE93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0CBE92-8D9C-40EF-8837-697DA251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047E28-F077-43FC-A7E2-23104638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9837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CFC7B-C3B4-47A7-A9D4-F9B1093B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46A472-1257-4FDA-AF95-73E7719B1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9AB98A-D440-4E8E-AA88-F7F2A92D3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CC3CFC-BB81-4255-ADC8-0AFC8BFC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9979F8-C961-4D3E-AA21-B74A69DD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3A1719-5AB1-4190-BA04-5F7E10B0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9702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DBC46-33C7-4DF6-AA67-ED4995BC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5CAA23-CAFE-4DBC-B333-4DD3F780E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EA1944-E3B6-4938-9B93-02509AFAD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2AB406-AFE5-4EE9-B9D6-BD367D97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EEE21-F176-4E7C-995C-196F52F4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8E833B-0D1E-4532-A444-8E135636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7856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C1D59-B8BE-4EC3-9E59-CBEDADBB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F6684B-52BA-4A31-9849-8318E361E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90C68E-F365-4DE2-BB47-8223E4C1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B81CB6-24F2-4EC0-A5DE-D41F919B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F66D20-4783-4427-93C7-D42598A3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1577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11445C-2888-44B2-B650-F939B7B84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96DC71-4610-4D71-8A5A-9FC868E37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453534-E467-41AB-AC9F-32B56C6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279FFF-96DC-4E71-B0EF-66BC351A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D9A54A-B106-44B5-8593-71E26E82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1393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8281B5-DD14-4617-A876-B35CAAD5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1B9F36-411F-4385-AB78-002AECD79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B866D-356B-4C44-8BED-7DFA3F04F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ECD04-E335-4AF7-9F33-50E2A4808255}" type="datetimeFigureOut">
              <a:rPr lang="es-419" smtClean="0"/>
              <a:t>27/7/2021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C4153F-22A5-43C7-81C4-98CEF77B4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6486F4-7C8E-4CAA-B8C9-B415E3F58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86A18-49A6-4350-A637-647D68F9ECE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3986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F145C0-4C20-40B0-B133-1194D96219B6}"/>
              </a:ext>
            </a:extLst>
          </p:cNvPr>
          <p:cNvSpPr/>
          <p:nvPr/>
        </p:nvSpPr>
        <p:spPr>
          <a:xfrm>
            <a:off x="638174" y="285750"/>
            <a:ext cx="1885951" cy="20478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b="1" dirty="0" err="1"/>
              <a:t>modulos</a:t>
            </a:r>
            <a:br>
              <a:rPr lang="es-ES" sz="1600" b="1" dirty="0"/>
            </a:br>
            <a:endParaRPr lang="es-ES" sz="16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id_modulo</a:t>
            </a:r>
            <a:endParaRPr lang="es-E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Usuario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descripcion</a:t>
            </a:r>
            <a:endParaRPr lang="es-E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Ubicación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estado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4134E6-1ACA-446F-80DE-2429B658CD72}"/>
              </a:ext>
            </a:extLst>
          </p:cNvPr>
          <p:cNvSpPr/>
          <p:nvPr/>
        </p:nvSpPr>
        <p:spPr>
          <a:xfrm>
            <a:off x="504825" y="2876550"/>
            <a:ext cx="2143125" cy="20478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Bitácora</a:t>
            </a:r>
            <a:br>
              <a:rPr lang="es-ES" sz="1600" b="1" dirty="0"/>
            </a:br>
            <a:endParaRPr lang="es-ES" sz="16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id_modulo</a:t>
            </a:r>
            <a:r>
              <a:rPr lang="es-ES" sz="1600" dirty="0"/>
              <a:t> (</a:t>
            </a:r>
            <a:r>
              <a:rPr lang="es-ES" sz="1600" dirty="0" err="1"/>
              <a:t>null</a:t>
            </a:r>
            <a:r>
              <a:rPr lang="es-ES" sz="1600" dirty="0"/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Usuario_sece</a:t>
            </a:r>
            <a:r>
              <a:rPr lang="es-ES" sz="1600" dirty="0"/>
              <a:t>(</a:t>
            </a:r>
            <a:r>
              <a:rPr lang="es-ES" sz="1600" dirty="0" err="1"/>
              <a:t>null</a:t>
            </a:r>
            <a:r>
              <a:rPr lang="es-ES" sz="1600" dirty="0"/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Codigo_accion</a:t>
            </a:r>
            <a:endParaRPr lang="es-E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Descripcion</a:t>
            </a:r>
            <a:endParaRPr lang="es-ES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Fecha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hora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3734F1-FE4B-40CE-9D64-C4B648B14226}"/>
              </a:ext>
            </a:extLst>
          </p:cNvPr>
          <p:cNvSpPr/>
          <p:nvPr/>
        </p:nvSpPr>
        <p:spPr>
          <a:xfrm>
            <a:off x="3419475" y="285750"/>
            <a:ext cx="5581651" cy="23145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 b="1" dirty="0" err="1"/>
              <a:t>estadisticas</a:t>
            </a:r>
            <a:br>
              <a:rPr lang="es-ES" sz="1600" b="1" dirty="0"/>
            </a:br>
            <a:endParaRPr lang="es-ES" sz="1600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 err="1"/>
              <a:t>id_modulo</a:t>
            </a:r>
            <a:r>
              <a:rPr lang="es-ES" sz="1600" dirty="0"/>
              <a:t> (</a:t>
            </a:r>
            <a:r>
              <a:rPr lang="es-ES" sz="1600" dirty="0" err="1"/>
              <a:t>null</a:t>
            </a:r>
            <a:r>
              <a:rPr lang="es-ES" sz="1600" dirty="0"/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fecha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Actas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Resoluciones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Documentos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Videos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ES" sz="1600" dirty="0"/>
              <a:t>hojas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7BC9B2-668F-4652-B494-57F5042B6C59}"/>
              </a:ext>
            </a:extLst>
          </p:cNvPr>
          <p:cNvSpPr/>
          <p:nvPr/>
        </p:nvSpPr>
        <p:spPr>
          <a:xfrm>
            <a:off x="7477125" y="1695450"/>
            <a:ext cx="1123950" cy="476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Contador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659869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</Words>
  <Application>Microsoft Office PowerPoint</Application>
  <PresentationFormat>Panorámica</PresentationFormat>
  <Paragraphs>22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Baes</dc:creator>
  <cp:lastModifiedBy>Diego Baes</cp:lastModifiedBy>
  <cp:revision>1</cp:revision>
  <dcterms:created xsi:type="dcterms:W3CDTF">2021-07-27T18:05:01Z</dcterms:created>
  <dcterms:modified xsi:type="dcterms:W3CDTF">2021-07-27T18:55:33Z</dcterms:modified>
</cp:coreProperties>
</file>